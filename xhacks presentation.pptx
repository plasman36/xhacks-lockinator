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Audiowide"/>
      <p:regular r:id="rId8"/>
    </p:embeddedFont>
    <p:embeddedFont>
      <p:font typeface="Blinker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Blinker-bold.fntdata"/><Relationship Id="rId9" Type="http://schemas.openxmlformats.org/officeDocument/2006/relationships/font" Target="fonts/Blink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Audiowid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2b04df78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2b04df78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339800" y="1934800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Audiowide"/>
              <a:buNone/>
              <a:defRPr sz="3600"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Font typeface="Audiowide"/>
              <a:buNone/>
              <a:defRPr sz="5200">
                <a:latin typeface="Audiowide"/>
                <a:ea typeface="Audiowide"/>
                <a:cs typeface="Audiowide"/>
                <a:sym typeface="Audiowi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Font typeface="Audiowide"/>
              <a:buNone/>
              <a:defRPr sz="5200">
                <a:latin typeface="Audiowide"/>
                <a:ea typeface="Audiowide"/>
                <a:cs typeface="Audiowide"/>
                <a:sym typeface="Audiowi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Font typeface="Audiowide"/>
              <a:buNone/>
              <a:defRPr sz="5200">
                <a:latin typeface="Audiowide"/>
                <a:ea typeface="Audiowide"/>
                <a:cs typeface="Audiowide"/>
                <a:sym typeface="Audiowi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Font typeface="Audiowide"/>
              <a:buNone/>
              <a:defRPr sz="5200">
                <a:latin typeface="Audiowide"/>
                <a:ea typeface="Audiowide"/>
                <a:cs typeface="Audiowide"/>
                <a:sym typeface="Audiowi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Font typeface="Audiowide"/>
              <a:buNone/>
              <a:defRPr sz="5200">
                <a:latin typeface="Audiowide"/>
                <a:ea typeface="Audiowide"/>
                <a:cs typeface="Audiowide"/>
                <a:sym typeface="Audiowi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Font typeface="Audiowide"/>
              <a:buNone/>
              <a:defRPr sz="5200">
                <a:latin typeface="Audiowide"/>
                <a:ea typeface="Audiowide"/>
                <a:cs typeface="Audiowide"/>
                <a:sym typeface="Audiowi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Font typeface="Audiowide"/>
              <a:buNone/>
              <a:defRPr sz="5200">
                <a:latin typeface="Audiowide"/>
                <a:ea typeface="Audiowide"/>
                <a:cs typeface="Audiowide"/>
                <a:sym typeface="Audiowi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Font typeface="Audiowide"/>
              <a:buNone/>
              <a:defRPr sz="5200">
                <a:latin typeface="Audiowide"/>
                <a:ea typeface="Audiowide"/>
                <a:cs typeface="Audiowide"/>
                <a:sym typeface="Audiowide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368375" y="2858900"/>
            <a:ext cx="8520600" cy="3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linker"/>
              <a:buNone/>
              <a:defRPr sz="1200">
                <a:latin typeface="Blinker"/>
                <a:ea typeface="Blinker"/>
                <a:cs typeface="Blinker"/>
                <a:sym typeface="Blinker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pic>
        <p:nvPicPr>
          <p:cNvPr id="13" name="Google Shape;13;p2" title="lockinator 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725" y="1475451"/>
            <a:ext cx="2192599" cy="21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/>
          <p:nvPr/>
        </p:nvSpPr>
        <p:spPr>
          <a:xfrm>
            <a:off x="3436000" y="2727400"/>
            <a:ext cx="4016100" cy="73200"/>
          </a:xfrm>
          <a:prstGeom prst="rect">
            <a:avLst/>
          </a:prstGeom>
          <a:solidFill>
            <a:srgbClr val="3E55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1214487" y="435000"/>
            <a:ext cx="739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udiowide"/>
              <a:buNone/>
              <a:defRPr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531500" y="1152475"/>
            <a:ext cx="808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Blinker"/>
              <a:buChar char="●"/>
              <a:defRPr>
                <a:latin typeface="Blinker"/>
                <a:ea typeface="Blinker"/>
                <a:cs typeface="Blinker"/>
                <a:sym typeface="Blink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Blinker"/>
              <a:buChar char="○"/>
              <a:defRPr>
                <a:latin typeface="Blinker"/>
                <a:ea typeface="Blinker"/>
                <a:cs typeface="Blinker"/>
                <a:sym typeface="Blinke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Blinker"/>
              <a:buChar char="■"/>
              <a:defRPr>
                <a:latin typeface="Blinker"/>
                <a:ea typeface="Blinker"/>
                <a:cs typeface="Blinker"/>
                <a:sym typeface="Blinke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Blinker"/>
              <a:buChar char="●"/>
              <a:defRPr>
                <a:latin typeface="Blinker"/>
                <a:ea typeface="Blinker"/>
                <a:cs typeface="Blinker"/>
                <a:sym typeface="Blinke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Blinker"/>
              <a:buChar char="○"/>
              <a:defRPr>
                <a:latin typeface="Blinker"/>
                <a:ea typeface="Blinker"/>
                <a:cs typeface="Blinker"/>
                <a:sym typeface="Blinke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Blinker"/>
              <a:buChar char="■"/>
              <a:defRPr>
                <a:latin typeface="Blinker"/>
                <a:ea typeface="Blinker"/>
                <a:cs typeface="Blinker"/>
                <a:sym typeface="Blinke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Blinker"/>
              <a:buChar char="●"/>
              <a:defRPr>
                <a:latin typeface="Blinker"/>
                <a:ea typeface="Blinker"/>
                <a:cs typeface="Blinker"/>
                <a:sym typeface="Blinke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Blinker"/>
              <a:buChar char="○"/>
              <a:defRPr>
                <a:latin typeface="Blinker"/>
                <a:ea typeface="Blinker"/>
                <a:cs typeface="Blinker"/>
                <a:sym typeface="Blinke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Blinker"/>
              <a:buChar char="■"/>
              <a:defRPr>
                <a:latin typeface="Blinker"/>
                <a:ea typeface="Blinker"/>
                <a:cs typeface="Blinker"/>
                <a:sym typeface="Blinker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pic>
        <p:nvPicPr>
          <p:cNvPr id="22" name="Google Shape;22;p4" title="lockinator 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1512" y="435000"/>
            <a:ext cx="572698" cy="572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>
            <a:off x="3339800" y="1934800"/>
            <a:ext cx="66105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latin typeface="Audiowide"/>
                <a:ea typeface="Audiowide"/>
                <a:cs typeface="Audiowide"/>
                <a:sym typeface="Audiowide"/>
              </a:rPr>
              <a:t>THE LOCKINATOR</a:t>
            </a:r>
            <a:endParaRPr sz="3600"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368375" y="2858900"/>
            <a:ext cx="4558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rPr>
              <a:t>Joyce Abraham, Joshua Cai, Patrick Trieu, Aaralyn Zhu</a:t>
            </a:r>
            <a:endParaRPr sz="1200">
              <a:solidFill>
                <a:schemeClr val="dk2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339800" y="1934800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THANK YOU</a:t>
            </a:r>
            <a:endParaRPr/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368375" y="2858900"/>
            <a:ext cx="8520600" cy="3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